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Inter"/>
      <p:regular r:id="rId7"/>
      <p:bold r:id="rId8"/>
      <p:italic r:id="rId9"/>
      <p:boldItalic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UZXTGwEHgXg35NhRkeNOgqz+D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Inter-boldItalic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25421" y="36351110"/>
            <a:ext cx="29324884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272537" y="34907770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125420" y="28878439"/>
            <a:ext cx="29303969" cy="9759750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125419" y="21088366"/>
            <a:ext cx="29324751" cy="9460534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125420" y="15639448"/>
            <a:ext cx="29303962" cy="8372957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125419" y="6932322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125419" y="-495806"/>
            <a:ext cx="29324728" cy="9050023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48317" y="13498511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1036475" y="30089299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398300" y="30089308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807243" y="1603428"/>
            <a:ext cx="8568160" cy="2453356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272537" y="-4919385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123606" y="1790092"/>
            <a:ext cx="7225835" cy="2334237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541358" y="12177952"/>
            <a:ext cx="49899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603902" y="7555247"/>
            <a:ext cx="10206808" cy="14355435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569445" y="18039286"/>
            <a:ext cx="10275743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636551" y="36879514"/>
            <a:ext cx="5607114" cy="564029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109299" y="4778242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i="0" lang="en-US" sz="11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ESC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34504" y="6434536"/>
            <a:ext cx="28550100" cy="14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Eric de Lucas Silva, Stephanie Macedo da Silva e EnHsiang Chien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b="0" i="0" lang="en-US" sz="3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Eduardo Savino Gomes,</a:t>
            </a:r>
            <a:r>
              <a:rPr b="1" i="0" lang="en-US" sz="3700" u="none" cap="none" strike="noStrike">
                <a:solidFill>
                  <a:srgbClr val="02332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Luis Fernando dos Santos Pires, Rodnil da Silva Moreira Lisboa, Mauricio Lopes Da Cunha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18001362" y="20699525"/>
            <a:ext cx="73215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Inter"/>
                <a:ea typeface="Inter"/>
                <a:cs typeface="Inter"/>
                <a:sym typeface="Inter"/>
              </a:rPr>
              <a:t>Tela: Métricas do CEO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5460593" y="26786841"/>
            <a:ext cx="124332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Autoria Própria (202</a:t>
            </a:r>
            <a:r>
              <a:rPr lang="en-US" sz="3430">
                <a:latin typeface="Inter"/>
                <a:ea typeface="Inter"/>
                <a:cs typeface="Inter"/>
                <a:sym typeface="Inter"/>
              </a:rPr>
              <a:t>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614110" y="31023432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16717655" y="9936170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893377" y="9936169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867554" y="20380914"/>
            <a:ext cx="101865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6076275" y="31797926"/>
            <a:ext cx="11400000" cy="6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[1] RAMALHO, Lorenna Alves; TABOSA, Cristiane de Mesquita. Uso de indicadores financeiros para gestão em empresas do setor alimentício. 2025. 19 f. TCC (Engenharia de Produção) – UFERSA, Mossoró, 2025. 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[2] BARBOSA, Emanuelle. O papel dos dashboards no FP&amp;A estratégico: evidências de um estudo de casos múltiplos. 2026. 77 f. TCC (Administração) – UFSC, Florianópolis, 2026.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754867" y="32108288"/>
            <a:ext cx="12562800" cy="49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Frontend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utilizamos 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Streamlit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a construção da interface gráfica interativa do dashboard executivo e 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Matplotlib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o suporte na renderização e customização dos elementos visuais e gráficos analíticos.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Backend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utilizamos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FastAPI 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a estruturação da 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API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controle das rotas e serviços do servidor, e 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Pandas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o processamento, manipulação e cálculo de dados financeiros e simulações de cenários.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906600" y="11023825"/>
            <a:ext cx="12335700" cy="9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CTI enfrenta dificuldades na previsão financeira e no controle de riscos em sua operação de longo prazo [2]. A gestão de dados dispersos e a ausência de uma visão consolidada sobre caixa, margens e capacidade de endividamento tornam a análise financeira lenta e instável diante do alto volume de variáveis [1].</a:t>
            </a:r>
            <a:br>
              <a:rPr lang="en-US" sz="3430">
                <a:latin typeface="Open Sans"/>
                <a:ea typeface="Open Sans"/>
                <a:cs typeface="Open Sans"/>
                <a:sym typeface="Open Sans"/>
              </a:rPr>
            </a:b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Além disso, a falta de ferramentas preditivas impede a avaliação rápida de múltiplos cenários operacionais, dificultando a identificação do ponto de equilíbrio e do impacto das despesas no resultado final [2]. Esse cenário compromete a tomada de decisão estratégica da diretoria, prejudicando o monitoramento contínuo da rentabilidade e da viabilidade econômica [1, 2].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798441" y="21193890"/>
            <a:ext cx="12335700" cy="9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 proposta do projeto é um dashboard que otimiza a gestão financeira e a avaliação de riscos da CTI, substituindo análises dispersas [2]. Para isso, desenvolvemos um dashboard capaz de consolidar métricas de alto nível e simular múltiplos cenários estratégicos em tempo real [2].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 sistema permite o acompanhamento detalhado de indicadores de DRE, fluxo de caixa, liquidez e ponto de equilíbrio (Break-Even), além de oferecer suporte a relatórios customizados e visões direcionadas para cada nível de stakeholder (CEO, CFO, Acionistas e Poder Concedente) [1, 2].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Também inclui um assistente de inteligência artificial, que interpreta gráficos, esclarece regras de negócio e fornece suporte imediato para a tomada de decisões da diretoria [2].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246233" y="39759908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725050" y="11016300"/>
            <a:ext cx="11904300" cy="9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Com base na proposta, foi desenvolvido um dashboard funcional que centraliza e otimiza a gestão financeira da CTI, substituindo análises dispersas e manuais por uma solução analítica integrada [2]. O sistema contempla funcionalidades como simulação de cenários em tempo real [2], visualizações customizadas por stakeholder (CEO, CFO, Acionistas e Poder Concedente), emissão de relatórios dinâmicos e suporte via assistente de IA [2].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Esses recursos têm potencial para aumentar a precisão na tomada de decisões estratégicas [2], reduzir falhas na avaliação de riscos operacionais e otimizar o monitoramento do fluxo de caixa, da DRE e da rentabilidade da concessão [1], garantindo maior eficiência e segurança na gestão de longo prazo [1, 2].</a:t>
            </a:r>
            <a:endParaRPr sz="343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131538" y="21431150"/>
            <a:ext cx="11091325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Stephanie Macedo da Silva</dc:creator>
</cp:coreProperties>
</file>